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embeddedFontLst>
    <p:embeddedFont>
      <p:font typeface="Lexend"/>
      <p:regular r:id="rId11"/>
      <p:bold r:id="rId1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font" Target="fonts/Lexend-regular.fntdata"/><Relationship Id="rId10" Type="http://schemas.openxmlformats.org/officeDocument/2006/relationships/slide" Target="slides/slide5.xml"/><Relationship Id="rId12" Type="http://schemas.openxmlformats.org/officeDocument/2006/relationships/font" Target="fonts/Lexend-bold.fntdata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h5dae34d6e72ea3e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h5dae34d6e72ea3e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h5dae34d6e72ea3ef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h5dae34d6e72ea3ef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h5dae34d6e72ea3ef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h5dae34d6e72ea3ef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h5dae34d6e72ea3ef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h5dae34d6e72ea3ef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exend"/>
                <a:ea typeface="Lexend"/>
                <a:cs typeface="Lexend"/>
                <a:sym typeface="Lexend"/>
              </a:rPr>
              <a:t>PA-7: Footprint v. Actual 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2018-2024</a:t>
            </a: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8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latin typeface="Lexend"/>
                <a:ea typeface="Lexend"/>
                <a:cs typeface="Lexend"/>
                <a:sym typeface="Lexend"/>
              </a:rPr>
              <a:t>2018</a:t>
            </a:r>
            <a:endParaRPr sz="40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14" title="Screenshot 2026-09-22 at 10.36.39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938775"/>
            <a:ext cx="4439197" cy="4204724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14" title="Screenshot 2026-09-22 at 10.36.01 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78300" y="938775"/>
            <a:ext cx="4656575" cy="3923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8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latin typeface="Lexend"/>
                <a:ea typeface="Lexend"/>
                <a:cs typeface="Lexend"/>
                <a:sym typeface="Lexend"/>
              </a:rPr>
              <a:t>2020</a:t>
            </a:r>
            <a:endParaRPr sz="40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8" name="Google Shape;68;p15" title="Screenshot 2026-09-22 at 10.32.53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351" y="865500"/>
            <a:ext cx="4463648" cy="4232852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15" title="Screenshot 2026-09-22 at 10.34.16 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865500"/>
            <a:ext cx="4572000" cy="41778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8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latin typeface="Lexend"/>
                <a:ea typeface="Lexend"/>
                <a:cs typeface="Lexend"/>
                <a:sym typeface="Lexend"/>
              </a:rPr>
              <a:t>2022</a:t>
            </a:r>
            <a:endParaRPr sz="40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5" name="Google Shape;75;p16" title="Screenshot 2026-09-22 at 10.44.27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773525"/>
            <a:ext cx="4721513" cy="4217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6" title="Screenshot 2026-09-22 at 10.45.44 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91013" y="773525"/>
            <a:ext cx="3965287" cy="39652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311700" y="48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latin typeface="Lexend"/>
                <a:ea typeface="Lexend"/>
                <a:cs typeface="Lexend"/>
                <a:sym typeface="Lexend"/>
              </a:rPr>
              <a:t>2024</a:t>
            </a:r>
            <a:endParaRPr sz="40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2" name="Google Shape;82;p17" title="Screenshot 2026-09-22 at 10.46.47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17038" y="925925"/>
            <a:ext cx="5109914" cy="42175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